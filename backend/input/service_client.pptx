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E8432D">
              <a:alpha val="15000"/>
            </a:srgbClr>
          </a:solidFill>
          <a:ln w="12700">
            <a:solidFill>
              <a:srgbClr val="E8432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474720"/>
            <a:ext cx="1828800" cy="1828800"/>
          </a:xfrm>
          <a:prstGeom prst="ellipse">
            <a:avLst/>
          </a:prstGeom>
          <a:solidFill>
            <a:srgbClr val="E8432D">
              <a:alpha val="25000"/>
            </a:srgbClr>
          </a:solidFill>
          <a:ln w="12700">
            <a:solidFill>
              <a:srgbClr val="E8432D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E8432D"/>
                </a:solidFill>
              </a:rPr>
              <a:t>SERVICE 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Annuel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0CC"/>
                </a:solidFill>
              </a:rPr>
              <a:t>Résultats · Analyse · Plan d'action 2024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090"/>
                </a:solidFill>
              </a:rPr>
              <a:t>Présentation Direction  •  Année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BILAN ANNUEL – SERVICE CLIENT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4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9768" y="24688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d'appels vs N–1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862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Hausse significative du volume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3,8/5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74136" y="24688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Score satisfaction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74136" y="2862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Baisse depuis 4,5 /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234440"/>
            <a:ext cx="2743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min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18504" y="24688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Temps d'attente moy.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2862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passer sous 2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77640"/>
            <a:ext cx="8503920" cy="749808"/>
          </a:xfrm>
          <a:prstGeom prst="rect">
            <a:avLst/>
          </a:prstGeom>
          <a:solidFill>
            <a:srgbClr val="FEF3F2"/>
          </a:solidFill>
          <a:ln w="10160">
            <a:solidFill>
              <a:srgbClr val="E8432D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77640"/>
            <a:ext cx="54864" cy="749808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776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2D"/>
                </a:solidFill>
              </a:rPr>
              <a:t>Constat 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9776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Le temps d'attente moyen de 6 minutes constitue le facteur principal de dégradation du score de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D'ACTION "RÉACTIVITÉ 2024"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078992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08176"/>
            <a:ext cx="640080" cy="640080"/>
          </a:xfrm>
          <a:prstGeom prst="ellipse">
            <a:avLst/>
          </a:prstGeom>
          <a:solidFill>
            <a:srgbClr val="E8432D">
              <a:alpha val="85000"/>
            </a:srgbClr>
          </a:solidFill>
          <a:ln w="12700">
            <a:solidFill>
              <a:srgbClr val="E8432D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08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0" y="1353312"/>
            <a:ext cx="685800" cy="274320"/>
          </a:xfrm>
          <a:prstGeom prst="rect">
            <a:avLst/>
          </a:prstGeom>
          <a:solidFill>
            <a:srgbClr val="E8432D">
              <a:alpha val="85000"/>
            </a:srgbClr>
          </a:solidFill>
          <a:ln w="12700">
            <a:solidFill>
              <a:srgbClr val="E8432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3533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32D"/>
                </a:solidFill>
              </a:rPr>
              <a:t>RH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29844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Recrutement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645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2 nouveaux agents en CDD dès juin 2024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Renforcement immédiat de l'équipe pour absorber la hausse de volume.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23160"/>
            <a:ext cx="64008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642616"/>
            <a:ext cx="640080" cy="640080"/>
          </a:xfrm>
          <a:prstGeom prst="ellipse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42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55280" y="2587752"/>
            <a:ext cx="685800" cy="274320"/>
          </a:xfrm>
          <a:prstGeom prst="rect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587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253288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Chatbot 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880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Installation d'un chatbot pour les questions fréquentes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Traitement automatisé des demandes simples — réduction de la charge opérateur.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57600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877056"/>
            <a:ext cx="64008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955280" y="3822192"/>
            <a:ext cx="68580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38221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KPI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25880" y="37673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Objectif Temps d'Attente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Passer sous les 2 minutes de temps d'attente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389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Indicateur de suivi mensuel — revue en comité de pilotage.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8432D">
              <a:alpha val="12000"/>
            </a:srgbClr>
          </a:solidFill>
          <a:ln w="12700">
            <a:solidFill>
              <a:srgbClr val="E8432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Exercice 2024 — Approbation requise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4023360" cy="2286000"/>
          </a:xfrm>
          <a:prstGeom prst="rect">
            <a:avLst/>
          </a:prstGeom>
          <a:solidFill>
            <a:srgbClr val="162240"/>
          </a:solidFill>
          <a:ln w="1016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💶  Coût total estimé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45 000 €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0B0"/>
                </a:solidFill>
              </a:rPr>
              <a:t>Salaires agents CDD + Licence logiciel chatbot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023360" cy="2286000"/>
          </a:xfrm>
          <a:prstGeom prst="rect">
            <a:avLst/>
          </a:prstGeom>
          <a:solidFill>
            <a:srgbClr val="162240"/>
          </a:solidFill>
          <a:ln w="1016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402336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📅  Date de lancement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mai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0B0"/>
                </a:solidFill>
              </a:rPr>
              <a:t>Démarrage de la phase de test pilote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8321040" cy="777240"/>
          </a:xfrm>
          <a:prstGeom prst="rect">
            <a:avLst/>
          </a:prstGeom>
          <a:solidFill>
            <a:srgbClr val="E8432D"/>
          </a:solidFill>
          <a:ln w="12700">
            <a:solidFill>
              <a:srgbClr val="E8432D"/>
            </a:solidFill>
            <a:prstDash val="solid"/>
          </a:ln>
          <a:effectLst>
            <a:outerShdw sx="100000" sy="100000" kx="0" ky="0" algn="bl" rotWithShape="0" blurRad="101600" dist="38100" dir="8100000">
              <a:srgbClr val="1E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776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VOTE EN SÉANCE — Approbation de la direction requise ce jour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Annuel – Service Client</dc:title>
  <dc:subject>PptxGenJS Presentation</dc:subject>
  <dc:creator>PptxGenJS</dc:creator>
  <cp:lastModifiedBy>PptxGenJS</cp:lastModifiedBy>
  <cp:revision>1</cp:revision>
  <dcterms:created xsi:type="dcterms:W3CDTF">2026-04-18T22:19:08Z</dcterms:created>
  <dcterms:modified xsi:type="dcterms:W3CDTF">2026-04-18T22:19:08Z</dcterms:modified>
</cp:coreProperties>
</file>